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927e7451554ae0" /><Relationship Type="http://schemas.openxmlformats.org/officeDocument/2006/relationships/extended-properties" Target="/docProps/app.xml" Id="R2edfbda7c7124051" /><Relationship Type="http://schemas.openxmlformats.org/officeDocument/2006/relationships/officeDocument" Target="/ppt/presentation.xml" Id="R9a3aed3a26894d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60e39fc8dd452a"/>
  </p:sldMasterIdLst>
  <p:notesMasterIdLst>
    <p:notesMasterId xmlns:r="http://schemas.openxmlformats.org/officeDocument/2006/relationships" r:id="R1e00292866464e57"/>
  </p:notesMasterIdLst>
  <p:sldIdLst>
    <p:sldId xmlns:r="http://schemas.openxmlformats.org/officeDocument/2006/relationships" id="256" r:id="R1494c55545494230"/>
    <p:sldId xmlns:r="http://schemas.openxmlformats.org/officeDocument/2006/relationships" id="257" r:id="R7f324b18341e4140"/>
    <p:sldId xmlns:r="http://schemas.openxmlformats.org/officeDocument/2006/relationships" id="258" r:id="R0225ae8e34c8482f"/>
    <p:sldId xmlns:r="http://schemas.openxmlformats.org/officeDocument/2006/relationships" id="259" r:id="R64dd468bf7934b5d"/>
    <p:sldId xmlns:r="http://schemas.openxmlformats.org/officeDocument/2006/relationships" id="260" r:id="R73a1d92dba0146a9"/>
    <p:sldId xmlns:r="http://schemas.openxmlformats.org/officeDocument/2006/relationships" id="261" r:id="Rf09a52d29cd04d1d"/>
    <p:sldId xmlns:r="http://schemas.openxmlformats.org/officeDocument/2006/relationships" id="262" r:id="R99abdb4d57e74b3f"/>
    <p:sldId xmlns:r="http://schemas.openxmlformats.org/officeDocument/2006/relationships" id="263" r:id="R5dc6f540d40e46fc"/>
    <p:sldId xmlns:r="http://schemas.openxmlformats.org/officeDocument/2006/relationships" id="264" r:id="R620b17a5bbac4115"/>
    <p:sldId xmlns:r="http://schemas.openxmlformats.org/officeDocument/2006/relationships" id="265" r:id="R0d0aef004d2d4204"/>
    <p:sldId xmlns:r="http://schemas.openxmlformats.org/officeDocument/2006/relationships" id="266" r:id="R0f6bae2337964492"/>
    <p:sldId xmlns:r="http://schemas.openxmlformats.org/officeDocument/2006/relationships" id="267" r:id="R0e1574ba1de448e8"/>
    <p:sldId xmlns:r="http://schemas.openxmlformats.org/officeDocument/2006/relationships" id="268" r:id="R58bc1424aa894057"/>
    <p:sldId xmlns:r="http://schemas.openxmlformats.org/officeDocument/2006/relationships" id="269" r:id="R1fd941ad804f44b7"/>
    <p:sldId xmlns:r="http://schemas.openxmlformats.org/officeDocument/2006/relationships" id="270" r:id="Rc9a5fc78fb9c430a"/>
    <p:sldId xmlns:r="http://schemas.openxmlformats.org/officeDocument/2006/relationships" id="271" r:id="Ra793bd0525f24414"/>
    <p:sldId xmlns:r="http://schemas.openxmlformats.org/officeDocument/2006/relationships" id="272" r:id="R5a12a912078b47ac"/>
    <p:sldId xmlns:r="http://schemas.openxmlformats.org/officeDocument/2006/relationships" id="273" r:id="Rceb9435a8723482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60e39fc8dd452a" /><Relationship Type="http://schemas.openxmlformats.org/officeDocument/2006/relationships/theme" Target="/ppt/theme/theme1.xml" Id="Rf11fdc0396e7479e" /><Relationship Type="http://schemas.openxmlformats.org/officeDocument/2006/relationships/notesMaster" Target="/ppt/notesMasters/notesMaster1.xml" Id="R1e00292866464e57" /><Relationship Type="http://schemas.openxmlformats.org/officeDocument/2006/relationships/presProps" Target="/ppt/presProps.xml" Id="Rc2bfdb6201554dfc" /><Relationship Type="http://schemas.openxmlformats.org/officeDocument/2006/relationships/viewProps" Target="/ppt/viewProps.xml" Id="R4f29a7375dad4554" /><Relationship Type="http://schemas.openxmlformats.org/officeDocument/2006/relationships/tableStyles" Target="/ppt/tableStyles.xml" Id="Rc8cb4fdb4ccd49e6" /><Relationship Type="http://schemas.openxmlformats.org/officeDocument/2006/relationships/slide" Target="/ppt/slides/slide1.xml" Id="R1494c55545494230" /><Relationship Type="http://schemas.openxmlformats.org/officeDocument/2006/relationships/slide" Target="/ppt/slides/slide2.xml" Id="R7f324b18341e4140" /><Relationship Type="http://schemas.openxmlformats.org/officeDocument/2006/relationships/slide" Target="/ppt/slides/slide3.xml" Id="R0225ae8e34c8482f" /><Relationship Type="http://schemas.openxmlformats.org/officeDocument/2006/relationships/slide" Target="/ppt/slides/slide4.xml" Id="R64dd468bf7934b5d" /><Relationship Type="http://schemas.openxmlformats.org/officeDocument/2006/relationships/slide" Target="/ppt/slides/slide5.xml" Id="R73a1d92dba0146a9" /><Relationship Type="http://schemas.openxmlformats.org/officeDocument/2006/relationships/slide" Target="/ppt/slides/slide6.xml" Id="Rf09a52d29cd04d1d" /><Relationship Type="http://schemas.openxmlformats.org/officeDocument/2006/relationships/slide" Target="/ppt/slides/slide7.xml" Id="R99abdb4d57e74b3f" /><Relationship Type="http://schemas.openxmlformats.org/officeDocument/2006/relationships/slide" Target="/ppt/slides/slide8.xml" Id="R5dc6f540d40e46fc" /><Relationship Type="http://schemas.openxmlformats.org/officeDocument/2006/relationships/slide" Target="/ppt/slides/slide9.xml" Id="R620b17a5bbac4115" /><Relationship Type="http://schemas.openxmlformats.org/officeDocument/2006/relationships/slide" Target="/ppt/slides/slide10.xml" Id="R0d0aef004d2d4204" /><Relationship Type="http://schemas.openxmlformats.org/officeDocument/2006/relationships/slide" Target="/ppt/slides/slide11.xml" Id="R0f6bae2337964492" /><Relationship Type="http://schemas.openxmlformats.org/officeDocument/2006/relationships/slide" Target="/ppt/slides/slide12.xml" Id="R0e1574ba1de448e8" /><Relationship Type="http://schemas.openxmlformats.org/officeDocument/2006/relationships/slide" Target="/ppt/slides/slide13.xml" Id="R58bc1424aa894057" /><Relationship Type="http://schemas.openxmlformats.org/officeDocument/2006/relationships/slide" Target="/ppt/slides/slide14.xml" Id="R1fd941ad804f44b7" /><Relationship Type="http://schemas.openxmlformats.org/officeDocument/2006/relationships/slide" Target="/ppt/slides/slide15.xml" Id="Rc9a5fc78fb9c430a" /><Relationship Type="http://schemas.openxmlformats.org/officeDocument/2006/relationships/slide" Target="/ppt/slides/slide16.xml" Id="Ra793bd0525f24414" /><Relationship Type="http://schemas.openxmlformats.org/officeDocument/2006/relationships/slide" Target="/ppt/slides/slide17.xml" Id="R5a12a912078b47ac" /><Relationship Type="http://schemas.openxmlformats.org/officeDocument/2006/relationships/slide" Target="/ppt/slides/slide18.xml" Id="Rceb9435a872348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bebd3491b6c43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0fb4d44b964db2" /><Relationship Type="http://schemas.openxmlformats.org/officeDocument/2006/relationships/notesMaster" Target="/ppt/notesMasters/notesMaster1.xml" Id="R94144bda9f4f44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ef3e78a6044d9d" /><Relationship Type="http://schemas.openxmlformats.org/officeDocument/2006/relationships/notesMaster" Target="/ppt/notesMasters/notesMaster1.xml" Id="R4303c34499024b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c114c335064242" /><Relationship Type="http://schemas.openxmlformats.org/officeDocument/2006/relationships/notesMaster" Target="/ppt/notesMasters/notesMaster1.xml" Id="R8fdd8689a32947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d26835388e40f6" /><Relationship Type="http://schemas.openxmlformats.org/officeDocument/2006/relationships/notesMaster" Target="/ppt/notesMasters/notesMaster1.xml" Id="R074e5d53a4a24f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e8fdefc1d741e2" /><Relationship Type="http://schemas.openxmlformats.org/officeDocument/2006/relationships/notesMaster" Target="/ppt/notesMasters/notesMaster1.xml" Id="R8a6fc0b9cbf043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15d848a10e4bc3" /><Relationship Type="http://schemas.openxmlformats.org/officeDocument/2006/relationships/notesMaster" Target="/ppt/notesMasters/notesMaster1.xml" Id="R1a758323629d49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2fb6b1e72e46f6" /><Relationship Type="http://schemas.openxmlformats.org/officeDocument/2006/relationships/notesMaster" Target="/ppt/notesMasters/notesMaster1.xml" Id="Rb6091812d4ec41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a85ef8591649d8" /><Relationship Type="http://schemas.openxmlformats.org/officeDocument/2006/relationships/notesMaster" Target="/ppt/notesMasters/notesMaster1.xml" Id="Rc17a735bb1b244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eb4aa842ad4839" /><Relationship Type="http://schemas.openxmlformats.org/officeDocument/2006/relationships/notesMaster" Target="/ppt/notesMasters/notesMaster1.xml" Id="R3a54b0fdc99c46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6c182ea0684c2c" /><Relationship Type="http://schemas.openxmlformats.org/officeDocument/2006/relationships/notesMaster" Target="/ppt/notesMasters/notesMaster1.xml" Id="R77c0fa197c4a45d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d37b4c725b4198" /><Relationship Type="http://schemas.openxmlformats.org/officeDocument/2006/relationships/notesMaster" Target="/ppt/notesMasters/notesMaster1.xml" Id="R9271759c4134469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e6b4ec026c4925" /><Relationship Type="http://schemas.openxmlformats.org/officeDocument/2006/relationships/notesMaster" Target="/ppt/notesMasters/notesMaster1.xml" Id="R0a28a0933bf8447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8dbba43d874c84" /><Relationship Type="http://schemas.openxmlformats.org/officeDocument/2006/relationships/notesMaster" Target="/ppt/notesMasters/notesMaster1.xml" Id="Ref0285338db7468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eca6868cd164e8c" /><Relationship Type="http://schemas.openxmlformats.org/officeDocument/2006/relationships/notesMaster" Target="/ppt/notesMasters/notesMaster1.xml" Id="R712b06e22fa548a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da20887cf6c42e1" /><Relationship Type="http://schemas.openxmlformats.org/officeDocument/2006/relationships/notesMaster" Target="/ppt/notesMasters/notesMaster1.xml" Id="R3e8f3c4cb1804e1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6213ccea4204c17" /><Relationship Type="http://schemas.openxmlformats.org/officeDocument/2006/relationships/notesMaster" Target="/ppt/notesMasters/notesMaster1.xml" Id="R651638591e3f4e4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548b1f2e29541aa" /><Relationship Type="http://schemas.openxmlformats.org/officeDocument/2006/relationships/notesMaster" Target="/ppt/notesMasters/notesMaster1.xml" Id="R9165949c371c4ea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adfa784c0e645d1" /><Relationship Type="http://schemas.openxmlformats.org/officeDocument/2006/relationships/notesMaster" Target="/ppt/notesMasters/notesMaster1.xml" Id="R0621e1d58c0749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0c7f86c9fc4ca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0aa3534273f48a0" /><Relationship Type="http://schemas.openxmlformats.org/officeDocument/2006/relationships/slideLayout" Target="/ppt/slideLayouts/slideLayout2.xml" Id="R9adc6562bbe24f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dc6562bbe24f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fd31f59a674244" /><Relationship Type="http://schemas.openxmlformats.org/officeDocument/2006/relationships/image" Target="/ppt/media/image.png" Id="Rb0602b4b2e7d40db" /><Relationship Type="http://schemas.openxmlformats.org/officeDocument/2006/relationships/notesSlide" Target="/ppt/notesSlides/notesSlide1.xml" Id="Reb7f8d2d04e24c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9eca3b0ac94077" /><Relationship Type="http://schemas.openxmlformats.org/officeDocument/2006/relationships/image" Target="/ppt/media/image2.png" Id="R460133c6aea84187" /><Relationship Type="http://schemas.openxmlformats.org/officeDocument/2006/relationships/notesSlide" Target="/ppt/notesSlides/notesSlide2.xml" Id="R01309e9b204940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fcf0d095f449de" /><Relationship Type="http://schemas.openxmlformats.org/officeDocument/2006/relationships/image" Target="/ppt/media/image3.png" Id="R7166c71a71a14036" /><Relationship Type="http://schemas.openxmlformats.org/officeDocument/2006/relationships/notesSlide" Target="/ppt/notesSlides/notesSlide3.xml" Id="R99461912304242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da74bd90d24e09" /><Relationship Type="http://schemas.openxmlformats.org/officeDocument/2006/relationships/image" Target="/ppt/media/image4.png" Id="R68c0079e1fc045d8" /><Relationship Type="http://schemas.openxmlformats.org/officeDocument/2006/relationships/notesSlide" Target="/ppt/notesSlides/notesSlide4.xml" Id="Rdd77dc0616fc43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f33dae325f429f" /><Relationship Type="http://schemas.openxmlformats.org/officeDocument/2006/relationships/image" Target="/ppt/media/image5.png" Id="R960b1cfa6bec4641" /><Relationship Type="http://schemas.openxmlformats.org/officeDocument/2006/relationships/notesSlide" Target="/ppt/notesSlides/notesSlide5.xml" Id="R24f22d5eceaf42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3d949f08e34532" /><Relationship Type="http://schemas.openxmlformats.org/officeDocument/2006/relationships/image" Target="/ppt/media/image6.png" Id="Ra4d6f4198de743df" /><Relationship Type="http://schemas.openxmlformats.org/officeDocument/2006/relationships/notesSlide" Target="/ppt/notesSlides/notesSlide6.xml" Id="R525128de9e3043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f5e09c3edc4edc" /><Relationship Type="http://schemas.openxmlformats.org/officeDocument/2006/relationships/image" Target="/ppt/media/image7.png" Id="R900867229aa640aa" /><Relationship Type="http://schemas.openxmlformats.org/officeDocument/2006/relationships/notesSlide" Target="/ppt/notesSlides/notesSlide7.xml" Id="R05e2808f98de48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1015876fdd42e1" /><Relationship Type="http://schemas.openxmlformats.org/officeDocument/2006/relationships/image" Target="/ppt/media/image8.png" Id="R0a87869d33784a8d" /><Relationship Type="http://schemas.openxmlformats.org/officeDocument/2006/relationships/notesSlide" Target="/ppt/notesSlides/notesSlide8.xml" Id="R1c19f5579caa42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466197adeb420d" /><Relationship Type="http://schemas.openxmlformats.org/officeDocument/2006/relationships/image" Target="/ppt/media/image9.png" Id="Ra2a1f6ea22434e87" /><Relationship Type="http://schemas.openxmlformats.org/officeDocument/2006/relationships/notesSlide" Target="/ppt/notesSlides/notesSlide9.xml" Id="Rf3c650a8a18747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e11e65c404421c" /><Relationship Type="http://schemas.openxmlformats.org/officeDocument/2006/relationships/image" Target="/ppt/media/image10.png" Id="Rc02c040c13404bd3" /><Relationship Type="http://schemas.openxmlformats.org/officeDocument/2006/relationships/notesSlide" Target="/ppt/notesSlides/notesSlide10.xml" Id="Ra20174b2c37741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58d81237954b38" /><Relationship Type="http://schemas.openxmlformats.org/officeDocument/2006/relationships/image" Target="/ppt/media/image11.png" Id="R988c16aba094418a" /><Relationship Type="http://schemas.openxmlformats.org/officeDocument/2006/relationships/notesSlide" Target="/ppt/notesSlides/notesSlide11.xml" Id="R0494664ef16c42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837401f9234396" /><Relationship Type="http://schemas.openxmlformats.org/officeDocument/2006/relationships/image" Target="/ppt/media/image12.png" Id="R3256dc2d704d44d1" /><Relationship Type="http://schemas.openxmlformats.org/officeDocument/2006/relationships/notesSlide" Target="/ppt/notesSlides/notesSlide12.xml" Id="Rbab625df7ab848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99497177e84ffe" /><Relationship Type="http://schemas.openxmlformats.org/officeDocument/2006/relationships/image" Target="/ppt/media/image13.png" Id="R9cf2abfd70b746e5" /><Relationship Type="http://schemas.openxmlformats.org/officeDocument/2006/relationships/notesSlide" Target="/ppt/notesSlides/notesSlide13.xml" Id="Rb8283740c1e14f6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6c30aa33d34517" /><Relationship Type="http://schemas.openxmlformats.org/officeDocument/2006/relationships/image" Target="/ppt/media/image14.png" Id="Rfb8622e8d5c344da" /><Relationship Type="http://schemas.openxmlformats.org/officeDocument/2006/relationships/notesSlide" Target="/ppt/notesSlides/notesSlide14.xml" Id="Rafd3902f4a93476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24aab8ab1041a1" /><Relationship Type="http://schemas.openxmlformats.org/officeDocument/2006/relationships/image" Target="/ppt/media/image15.png" Id="R55b77f0aa1044b63" /><Relationship Type="http://schemas.openxmlformats.org/officeDocument/2006/relationships/notesSlide" Target="/ppt/notesSlides/notesSlide15.xml" Id="Rd28ca725b5324bf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ec2af6f50148a1" /><Relationship Type="http://schemas.openxmlformats.org/officeDocument/2006/relationships/image" Target="/ppt/media/image16.png" Id="R85448a86c246422c" /><Relationship Type="http://schemas.openxmlformats.org/officeDocument/2006/relationships/notesSlide" Target="/ppt/notesSlides/notesSlide16.xml" Id="R485f12b7c7e24e1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adcebdf9f94c08" /><Relationship Type="http://schemas.openxmlformats.org/officeDocument/2006/relationships/image" Target="/ppt/media/image17.png" Id="R0134bfec5bf94779" /><Relationship Type="http://schemas.openxmlformats.org/officeDocument/2006/relationships/notesSlide" Target="/ppt/notesSlides/notesSlide17.xml" Id="Re4fcc8e81c7c446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ba023b41144502" /><Relationship Type="http://schemas.openxmlformats.org/officeDocument/2006/relationships/image" Target="/ppt/media/image18.png" Id="R7f8c526b57d948bf" /><Relationship Type="http://schemas.openxmlformats.org/officeDocument/2006/relationships/notesSlide" Target="/ppt/notesSlides/notesSlide18.xml" Id="R9651204b7d48486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602b4b2e7d40d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1200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0133c6aea8418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787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6c71a71a1403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2554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c0079e1fc045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0976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0b1cfa6bec464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6156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6f4198de743d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7364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867229aa640a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88720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87869d33784a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56185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1f6ea22434e8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3460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2c040c13404b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02435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c16aba094418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93773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6dc2d704d44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68377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2abfd70b746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47000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8622e8d5c344d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21483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77f0aa1044b6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77099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48a86c246422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53807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4bfec5bf9477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3356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c526b57d948b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424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2026-05-31T03:29:15.9590000Z</dcterms:created>
  <dcterms:modified xsi:type="dcterms:W3CDTF">2026-05-31T03:29:15.9590000Z</dcterms:modified>
</coreProperties>
</file>