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d3e1725503445a" /><Relationship Type="http://schemas.openxmlformats.org/officeDocument/2006/relationships/extended-properties" Target="/docProps/app.xml" Id="R95e65f5856404cb0" /><Relationship Type="http://schemas.openxmlformats.org/officeDocument/2006/relationships/officeDocument" Target="/ppt/presentation.xml" Id="R5d1252eebfc341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f28f53b20f4a4e"/>
  </p:sldMasterIdLst>
  <p:notesMasterIdLst>
    <p:notesMasterId xmlns:r="http://schemas.openxmlformats.org/officeDocument/2006/relationships" r:id="Rffa4de215f4641e9"/>
  </p:notesMasterIdLst>
  <p:sldIdLst>
    <p:sldId xmlns:r="http://schemas.openxmlformats.org/officeDocument/2006/relationships" id="256" r:id="Rae35304541414020"/>
    <p:sldId xmlns:r="http://schemas.openxmlformats.org/officeDocument/2006/relationships" id="257" r:id="R722cb35d1a7b4c5f"/>
    <p:sldId xmlns:r="http://schemas.openxmlformats.org/officeDocument/2006/relationships" id="258" r:id="Recabb96105034c9c"/>
    <p:sldId xmlns:r="http://schemas.openxmlformats.org/officeDocument/2006/relationships" id="259" r:id="R9c12a90951e9403e"/>
    <p:sldId xmlns:r="http://schemas.openxmlformats.org/officeDocument/2006/relationships" id="260" r:id="R8730e1749c634862"/>
    <p:sldId xmlns:r="http://schemas.openxmlformats.org/officeDocument/2006/relationships" id="261" r:id="R566ff2b0c1104552"/>
    <p:sldId xmlns:r="http://schemas.openxmlformats.org/officeDocument/2006/relationships" id="262" r:id="R75315445bd004a27"/>
    <p:sldId xmlns:r="http://schemas.openxmlformats.org/officeDocument/2006/relationships" id="263" r:id="R7c754616ee834b38"/>
    <p:sldId xmlns:r="http://schemas.openxmlformats.org/officeDocument/2006/relationships" id="264" r:id="R829425b9339445d6"/>
    <p:sldId xmlns:r="http://schemas.openxmlformats.org/officeDocument/2006/relationships" id="265" r:id="Ra44f17dccac84838"/>
    <p:sldId xmlns:r="http://schemas.openxmlformats.org/officeDocument/2006/relationships" id="266" r:id="R62ff5d108b7f44ce"/>
    <p:sldId xmlns:r="http://schemas.openxmlformats.org/officeDocument/2006/relationships" id="267" r:id="R67eaf10175d64b03"/>
    <p:sldId xmlns:r="http://schemas.openxmlformats.org/officeDocument/2006/relationships" id="268" r:id="R85f2a005ce1144ca"/>
    <p:sldId xmlns:r="http://schemas.openxmlformats.org/officeDocument/2006/relationships" id="269" r:id="R3c0bad1219b048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28f53b20f4a4e" /><Relationship Type="http://schemas.openxmlformats.org/officeDocument/2006/relationships/theme" Target="/ppt/theme/theme1.xml" Id="Rddbc6c20c8a14af6" /><Relationship Type="http://schemas.openxmlformats.org/officeDocument/2006/relationships/notesMaster" Target="/ppt/notesMasters/notesMaster1.xml" Id="Rffa4de215f4641e9" /><Relationship Type="http://schemas.openxmlformats.org/officeDocument/2006/relationships/presProps" Target="/ppt/presProps.xml" Id="Re11681aa85e544d0" /><Relationship Type="http://schemas.openxmlformats.org/officeDocument/2006/relationships/viewProps" Target="/ppt/viewProps.xml" Id="R3df049e1131a4a9f" /><Relationship Type="http://schemas.openxmlformats.org/officeDocument/2006/relationships/tableStyles" Target="/ppt/tableStyles.xml" Id="R163a29ffe5764a83" /><Relationship Type="http://schemas.openxmlformats.org/officeDocument/2006/relationships/slide" Target="/ppt/slides/slide1.xml" Id="Rae35304541414020" /><Relationship Type="http://schemas.openxmlformats.org/officeDocument/2006/relationships/slide" Target="/ppt/slides/slide2.xml" Id="R722cb35d1a7b4c5f" /><Relationship Type="http://schemas.openxmlformats.org/officeDocument/2006/relationships/slide" Target="/ppt/slides/slide3.xml" Id="Recabb96105034c9c" /><Relationship Type="http://schemas.openxmlformats.org/officeDocument/2006/relationships/slide" Target="/ppt/slides/slide4.xml" Id="R9c12a90951e9403e" /><Relationship Type="http://schemas.openxmlformats.org/officeDocument/2006/relationships/slide" Target="/ppt/slides/slide5.xml" Id="R8730e1749c634862" /><Relationship Type="http://schemas.openxmlformats.org/officeDocument/2006/relationships/slide" Target="/ppt/slides/slide6.xml" Id="R566ff2b0c1104552" /><Relationship Type="http://schemas.openxmlformats.org/officeDocument/2006/relationships/slide" Target="/ppt/slides/slide7.xml" Id="R75315445bd004a27" /><Relationship Type="http://schemas.openxmlformats.org/officeDocument/2006/relationships/slide" Target="/ppt/slides/slide8.xml" Id="R7c754616ee834b38" /><Relationship Type="http://schemas.openxmlformats.org/officeDocument/2006/relationships/slide" Target="/ppt/slides/slide9.xml" Id="R829425b9339445d6" /><Relationship Type="http://schemas.openxmlformats.org/officeDocument/2006/relationships/slide" Target="/ppt/slides/slide10.xml" Id="Ra44f17dccac84838" /><Relationship Type="http://schemas.openxmlformats.org/officeDocument/2006/relationships/slide" Target="/ppt/slides/slide11.xml" Id="R62ff5d108b7f44ce" /><Relationship Type="http://schemas.openxmlformats.org/officeDocument/2006/relationships/slide" Target="/ppt/slides/slide12.xml" Id="R67eaf10175d64b03" /><Relationship Type="http://schemas.openxmlformats.org/officeDocument/2006/relationships/slide" Target="/ppt/slides/slide13.xml" Id="R85f2a005ce1144ca" /><Relationship Type="http://schemas.openxmlformats.org/officeDocument/2006/relationships/slide" Target="/ppt/slides/slide14.xml" Id="R3c0bad1219b048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06b8a90e9f47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f05a4875e04912" /><Relationship Type="http://schemas.openxmlformats.org/officeDocument/2006/relationships/notesMaster" Target="/ppt/notesMasters/notesMaster1.xml" Id="Rde3f1b2b1db849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3dc22c56b74e06" /><Relationship Type="http://schemas.openxmlformats.org/officeDocument/2006/relationships/notesMaster" Target="/ppt/notesMasters/notesMaster1.xml" Id="R8e008e135f594c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237266af15412b" /><Relationship Type="http://schemas.openxmlformats.org/officeDocument/2006/relationships/notesMaster" Target="/ppt/notesMasters/notesMaster1.xml" Id="R5097382d01c445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0b9d7f8d9c43bf" /><Relationship Type="http://schemas.openxmlformats.org/officeDocument/2006/relationships/notesMaster" Target="/ppt/notesMasters/notesMaster1.xml" Id="R059a75b5a86742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a840a6be6742ac" /><Relationship Type="http://schemas.openxmlformats.org/officeDocument/2006/relationships/notesMaster" Target="/ppt/notesMasters/notesMaster1.xml" Id="Rcfa4afcf2aba45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e7908e4c544575" /><Relationship Type="http://schemas.openxmlformats.org/officeDocument/2006/relationships/notesMaster" Target="/ppt/notesMasters/notesMaster1.xml" Id="R6d1a293f68344e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d2edfbd8a745d1" /><Relationship Type="http://schemas.openxmlformats.org/officeDocument/2006/relationships/notesMaster" Target="/ppt/notesMasters/notesMaster1.xml" Id="Rcbcb3f1a729243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e5dc897a614f2d" /><Relationship Type="http://schemas.openxmlformats.org/officeDocument/2006/relationships/notesMaster" Target="/ppt/notesMasters/notesMaster1.xml" Id="R0b372a08eb7f42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be603aa3af4ab2" /><Relationship Type="http://schemas.openxmlformats.org/officeDocument/2006/relationships/notesMaster" Target="/ppt/notesMasters/notesMaster1.xml" Id="R35519c843a6b49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cf6e81dc3345d5" /><Relationship Type="http://schemas.openxmlformats.org/officeDocument/2006/relationships/notesMaster" Target="/ppt/notesMasters/notesMaster1.xml" Id="R4e7dcd16463d4d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26e12b24db4e78" /><Relationship Type="http://schemas.openxmlformats.org/officeDocument/2006/relationships/notesMaster" Target="/ppt/notesMasters/notesMaster1.xml" Id="R1f7784b0cdd547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998e2c653e4241" /><Relationship Type="http://schemas.openxmlformats.org/officeDocument/2006/relationships/notesMaster" Target="/ppt/notesMasters/notesMaster1.xml" Id="R3477b5afa21b44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440f7c24554f85" /><Relationship Type="http://schemas.openxmlformats.org/officeDocument/2006/relationships/notesMaster" Target="/ppt/notesMasters/notesMaster1.xml" Id="Rdd24e173ce4f4e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a7e2aa420b421d" /><Relationship Type="http://schemas.openxmlformats.org/officeDocument/2006/relationships/notesMaster" Target="/ppt/notesMasters/notesMaster1.xml" Id="Reb3a0d86370243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6a7d1775e4d5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7274bf6903648cb" /><Relationship Type="http://schemas.openxmlformats.org/officeDocument/2006/relationships/slideLayout" Target="/ppt/slideLayouts/slideLayout2.xml" Id="Rc6bfe2cb0a6d42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bfe2cb0a6d42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46ee87bed44ab7" /><Relationship Type="http://schemas.openxmlformats.org/officeDocument/2006/relationships/notesSlide" Target="/ppt/notesSlides/notesSlide1.xml" Id="R649098fbfad24c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d6219378b34a58" /><Relationship Type="http://schemas.openxmlformats.org/officeDocument/2006/relationships/notesSlide" Target="/ppt/notesSlides/notesSlide2.xml" Id="R7cd699d2385b4e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64ef029c6e4219" /><Relationship Type="http://schemas.openxmlformats.org/officeDocument/2006/relationships/notesSlide" Target="/ppt/notesSlides/notesSlide3.xml" Id="R1a61117231624a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1031eaf5204392" /><Relationship Type="http://schemas.openxmlformats.org/officeDocument/2006/relationships/notesSlide" Target="/ppt/notesSlides/notesSlide4.xml" Id="R7e230d6d3f8349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32efa55bae4a88" /><Relationship Type="http://schemas.openxmlformats.org/officeDocument/2006/relationships/notesSlide" Target="/ppt/notesSlides/notesSlide5.xml" Id="Re82e0c9aa9fe4d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cd8ec2057144b8" /><Relationship Type="http://schemas.openxmlformats.org/officeDocument/2006/relationships/notesSlide" Target="/ppt/notesSlides/notesSlide6.xml" Id="R8ea3f564b4d849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cc093394064a16" /><Relationship Type="http://schemas.openxmlformats.org/officeDocument/2006/relationships/notesSlide" Target="/ppt/notesSlides/notesSlide7.xml" Id="R1c95c994f4d143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0bd8c49b754982" /><Relationship Type="http://schemas.openxmlformats.org/officeDocument/2006/relationships/notesSlide" Target="/ppt/notesSlides/notesSlide8.xml" Id="Rf0f0185258d54e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3ca437e5314cd9" /><Relationship Type="http://schemas.openxmlformats.org/officeDocument/2006/relationships/notesSlide" Target="/ppt/notesSlides/notesSlide9.xml" Id="R02a9514f476646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0d715f04854a0d" /><Relationship Type="http://schemas.openxmlformats.org/officeDocument/2006/relationships/notesSlide" Target="/ppt/notesSlides/notesSlide10.xml" Id="Re68b48843e6b4e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a2e31d456b496f" /><Relationship Type="http://schemas.openxmlformats.org/officeDocument/2006/relationships/notesSlide" Target="/ppt/notesSlides/notesSlide11.xml" Id="R9bac5be7834343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fbcf2076e64061" /><Relationship Type="http://schemas.openxmlformats.org/officeDocument/2006/relationships/notesSlide" Target="/ppt/notesSlides/notesSlide12.xml" Id="R101475dacf6d42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7d0328fcfc4990" /><Relationship Type="http://schemas.openxmlformats.org/officeDocument/2006/relationships/notesSlide" Target="/ppt/notesSlides/notesSlide13.xml" Id="Rff7ac0b449af40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52116279664ca8" /><Relationship Type="http://schemas.openxmlformats.org/officeDocument/2006/relationships/notesSlide" Target="/ppt/notesSlides/notesSlide14.xml" Id="R96ffd4c478154c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AA4BAD-BAAB-4EDD-BD16-E114BE2B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A3FF5-3985-433C-9698-D937C7BF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B47EA-9E75-4770-A87B-387FFEBB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A54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2A541"/>
                </a:solidFill>
                <a:latin typeface="Malgun Gothic"/>
                <a:ea typeface="Malgun Gothic"/>
                <a:cs typeface="Malgun Gothic"/>
              </a:rPr>
              <a:t>2026 AI CHAMPION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EC720-4390-4116-BAC7-A46DBC2D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지움AI: 피해자가 이해할 수 있는 디지털범죄 추적 지도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8D663-9C20-42FE-A237-3D4EFA75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5E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DE5E7"/>
                </a:solidFill>
                <a:latin typeface="Malgun Gothic"/>
                <a:ea typeface="Malgun Gothic"/>
                <a:cs typeface="Malgun Gothic"/>
              </a:rPr>
              <a:t>흩어진 화면 캡처와 링크를 시간순 증거 장부, 유통경로 다이어그램, 공식 제출 패킷으로 바꿉니다.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123E0-6B13-4A3C-B203-59035647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157D0-487D-4847-8C81-9B4DD2C5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10,305명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5457B-7ADE-4FCD-8DF8-FBF437AF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7F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3F7F8"/>
                </a:solidFill>
                <a:latin typeface="Malgun Gothic"/>
                <a:ea typeface="Malgun Gothic"/>
                <a:cs typeface="Malgun Gothic"/>
              </a:rPr>
              <a:t>2024년 디지털성범죄 피해자 지원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99EFC-EFDF-4C5D-AD7E-3F4EEA14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100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2B452-17A5-4EBC-96CD-2838A40C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005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 33.2만건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7AFF6-2155-4D69-84C7-FC7445D3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7680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7F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3F7F8"/>
                </a:solidFill>
                <a:latin typeface="Malgun Gothic"/>
                <a:ea typeface="Malgun Gothic"/>
                <a:cs typeface="Malgun Gothic"/>
              </a:rPr>
              <a:t>상담·삭제·수사·법률 연계 지원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1856E-E47E-4ABE-AE99-4FB00041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100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296A8-1FA5-4AAD-BBE5-56FED342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005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95.4%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0C4C6-8A7E-4D63-9B2D-62F4C591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7680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7F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3F7F8"/>
                </a:solidFill>
                <a:latin typeface="Malgun Gothic"/>
                <a:ea typeface="Malgun Gothic"/>
                <a:cs typeface="Malgun Gothic"/>
              </a:rPr>
              <a:t>삭제지원 중 해외 서버 기반 불법사이트 비중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60259-DBAE-40F9-B7DD-A3406E5F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2C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B9C2C8"/>
                </a:solidFill>
                <a:latin typeface="Malgun Gothic"/>
                <a:ea typeface="Malgun Gothic"/>
                <a:cs typeface="Malgun Gothic"/>
              </a:rPr>
              <a:t>Source: 여성가족부/한국여성인권진흥원 정책브리핑, 2025.03.26</a:t>
            </a:r>
          </a:p>
        </p:txBody>
      </p:sp>
    </p:spTree>
    <p:extLst>
      <p:ext uri="{BB962C8B-B14F-4D97-AF65-F5344CB8AC3E}">
        <p14:creationId xmlns:p14="http://schemas.microsoft.com/office/powerpoint/2010/main" val="6458025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A274C-221A-4054-989F-433EBC52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6E23F-F508-4D19-981E-2758F78E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7B513-6EF3-49F6-8610-269C2624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0FA5E-C407-4A15-9731-B33DFF63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72D94-05B2-4695-B371-7F688DA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14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피해자는 ‘사건’이 아니라 조각난 흔적을 들고 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EFF7E-6E43-4864-AF3F-899A78EB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링크, 캡처, 협박 메시지, 검색 결과, 재업로드 기록이 서로 따로 존재하면 피해자는 설명하기 어렵고 담당자는 우선순위를 잡기 어렵습니다.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20A47-A483-4DEA-94E7-54EADB2E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47504-12DB-483A-941C-90F9670D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813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SNS 게시물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66814-3E83-4DC2-A5D6-CAC5B367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B3305-0612-43C4-AE4B-E1884D73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623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비밀방 언급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8AC56-8C6C-4E56-ACED-F49B4A95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7B620-B8F8-41A6-8C0F-94E3E422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 캐시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8550B-BA1A-4B35-9296-8BF52BEA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291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18FA7-25D7-46AC-ADA6-B3C33F47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5297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파일공유 링크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1D9F6-DF45-4E89-A6E5-3D9E86D6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34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4364B-2229-46C2-9FD9-FA022FE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578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해외 서버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89E61-7A3A-43C9-8B2E-FF95240D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673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33900-0ACC-4389-AF12-9C4088C7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9117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재업로드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6801E-3498-478C-8666-D73FC1BF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5095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61F18-CB3B-4366-9008-1702ADAC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462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목표는 범인을 단정하는 것이 아니라, 관찰된 사실을 안전하게 묶어 공식 절차가 움직일 수 있게 만드는 것입니다.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52EF8-76C6-4C08-B9DF-E88C72C1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2857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79476-70DD-4CEA-9757-05D5D676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JiumAI demo deck | safe route intelligence, not a criminal-site directory</a:t>
            </a:r>
          </a:p>
        </p:txBody>
      </p:sp>
    </p:spTree>
    <p:extLst>
      <p:ext uri="{BB962C8B-B14F-4D97-AF65-F5344CB8AC3E}">
        <p14:creationId xmlns:p14="http://schemas.microsoft.com/office/powerpoint/2010/main" val="7997644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3769BB-6DA8-4352-870C-ADE4080D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4302D-5FF9-4F82-A1A0-673ACDFE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465C2-6EA4-4600-B23D-1A041A3B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rPr>
              <a:t>PRODUCT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1D821-C5C5-415F-8536-6F7CA203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D927B-22B8-4F1C-8856-36D86913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지움AI는 입력, 기록, 추적, 제출까지 한 화면에서 이어줍니다.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1C309-00B3-4F65-8AAE-019A130D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96F78-F09E-4C8E-948C-CB0CC486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6F5FC-7348-4264-A778-D2301E18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피해 유형, 발견 위치, 시간, 협박 여부를 안전하게 수집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197BC-10C5-476C-8639-DB9F9C97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909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BE91A-ECA9-4508-A342-E5269A39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14725"/>
            <a:ext cx="114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69CA6-8D2C-4438-AAFC-1966D1CE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48987-AA1B-40F8-9D3F-949E879D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003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CA58B-6F1B-49EE-A999-A9F41ED8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URL·캡처·상태를 증거 장부로 정리하고 원본 재유포를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35DFE-5812-4C45-8D60-826F3A13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909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5E8DE-CC73-4128-8C68-F555D03B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14725"/>
            <a:ext cx="114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A4A34-671B-44D4-BF97-3F159703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4C31B-7257-4977-B8D7-E0C46114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추적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F2BD2-5ADB-43C5-90C2-36F769B7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909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시간순 전파 흐름과 경로 신호를 다이어그램으로 표시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AAD17-B70E-4E16-9E07-F0961BA1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909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DBA24-9CF3-4CB0-8CA0-0505FCE3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14725"/>
            <a:ext cx="114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82374-063E-4DA0-8900-5A041B7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17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7AC08-465F-46E4-9066-C81F8838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03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제출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7153A-4E42-4477-8FE6-D8CBE626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909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D4U, ECRM, KOCSC/KCSC, 플랫폼 신고용 패킷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6E9DE4-D1BE-4853-A0F6-B961CDC4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MVP scope: victim-safe workflow first, live crawling later only with legal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15156683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65BAB5-F603-4C31-B2E0-E8C742B1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03CE3-7C5B-4604-9939-D0CF76F3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230D6-B9DF-45BB-89A1-D7F87AC2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DEMO 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FC26B-7AFC-4C0A-A11E-18B0556A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AB174-0AD0-439C-8108-06B5D2BB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시연은 한 피해자가 발견부터 구제 요청까지 가는 7분 흐름입니다.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8FB68-9CD9-4114-846A-07DD73DF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38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6089D-28FA-4309-AD47-96DC4785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36C5C-01F2-4B25-9C5B-927F8062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93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7B9A1-57CA-404D-8DC1-086515AC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피해자가 발견한 게시 위치와 협박 메시지를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3C2F5-1FCE-4BC0-9C5E-A5864A75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146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4166E-68AF-4849-BB25-DC2D3CFB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622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01:30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61258-BBEB-411B-B370-9D301935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384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지움AI가 증거 장부와 안전 경고를 자동 구성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99B0C-5D56-49C3-8B32-93B8A8EE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576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FFE1A-6FB4-4007-BCDA-768F236A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052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FED99-5AB2-491C-8D0C-26E9F4F5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814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경로 지식베이스가 비밀방·캐시·재업로드 신호를 분류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5B59D-980E-4CDF-9F06-16DC8359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D01C9-64C8-426A-BD21-68BC4EF6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481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04:30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F4CAB-5384-4A3C-AD56-9A188424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243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시간순 다이어그램과 제출 우선순위를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B0863-8170-421E-92DA-FCE39090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E79439-EA19-44BB-BBAA-F9F13765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911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BD318-F84A-4E5E-AB24-1A0ECFEA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673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공식기관 제출 패킷과 후속 모니터링 체크리스트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F8BC4-CD2A-4137-AC5A-BAF081F2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JiumAI demo deck | safe route intelligence, not a criminal-site directory</a:t>
            </a:r>
          </a:p>
        </p:txBody>
      </p:sp>
    </p:spTree>
    <p:extLst>
      <p:ext uri="{BB962C8B-B14F-4D97-AF65-F5344CB8AC3E}">
        <p14:creationId xmlns:p14="http://schemas.microsoft.com/office/powerpoint/2010/main" val="15181289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A1577-B0BA-402B-8C85-6643F958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0E116-F812-46FA-BF2D-CBC6F7CF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3894C-329B-4107-8139-6F7D3FDE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rPr>
              <a:t>DEMO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F7A33-BA02-4E0F-98CF-3C6A937B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AE839-1621-4304-A552-3D1CC122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14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피해내용 입력은 ‘최소정보·안전기록’ 원칙으로 설계합니다.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187F9-353F-4841-8EFE-60E14D9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2387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DA75F-1F74-4684-BDA9-B197893B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23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2AF42-7499-4108-A819-069232C5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피해내용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1E1A6-BBF1-49C4-9F3A-6B9F0D64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F407B-8905-4CE9-B29B-39E09AB0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피해 유형: 디지털 성범죄/협박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ACF67-050B-4C1A-915F-BDF01173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67A49-A97B-4C7A-B80B-2BE502AC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발견 위치: 공개 게시글 + 비밀방 언급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61CF5-6A61-4AD4-A495-91065774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778C6-5DCB-40D5-A8BE-3C3629E3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발견 시각: 2026-05-31 09:20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33689-0265-4A22-A320-076A6BE5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6EBC4-CC8A-4714-92B5-DCE7771D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원본 업로드: 금지, 캡처 보유 여부만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64A59-F1C4-452D-B34F-895B9E98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A1292-235B-4CAE-BA02-68B762E4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3524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원본 업로드 없이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보이는 사실과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제출 메타데이터만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기록합니다.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60C1F-04B4-4221-8B8D-02EE4996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JiumAI demo deck | safe route intelligence, not a criminal-site directory</a:t>
            </a:r>
          </a:p>
        </p:txBody>
      </p:sp>
    </p:spTree>
    <p:extLst>
      <p:ext uri="{BB962C8B-B14F-4D97-AF65-F5344CB8AC3E}">
        <p14:creationId xmlns:p14="http://schemas.microsoft.com/office/powerpoint/2010/main" val="12650456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817AC9-62F8-43A8-8DFC-23F4AC2A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E6EE0-9001-4976-8F84-FCF93D12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0216D-99AE-4FBD-912C-CBD26F5E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DEMO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E6DF4-74A5-470A-8C5B-CFBE347B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47196-A0FC-41AE-8B6F-A6BF35B1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증거 장부는 링크 목록이 아니라 제출 가능한 사건 기록입니다.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BE49D-A026-4E0B-AC13-9678A399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4AD65-648F-4C8F-805D-637C78C4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4ED82-3878-4E3F-B8FC-BE8CAEBB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BE57E-0D27-4D22-BE87-8F3C64E4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8600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B5A2-EA5B-49B0-9AB8-35072064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89EB8-951F-4F42-8768-C6829136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860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45E7F-8E1C-4514-87ED-3C7F9C2A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19099-B59E-40CA-AEFA-044C4406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394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조치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6855D-CBE1-4C07-A0A8-4D64D93C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1854D-DC96-45F0-8E8B-87429FE4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09:20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7A88C-0596-4A08-AFB3-14A67131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098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C5ACE-415E-4371-885E-C1E863E7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432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공개 게시글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47E35-0904-4487-9D0E-16F5028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09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8B971-51E7-4340-8951-FC20A708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432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발견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0059D-603E-473D-A9B2-7D57B604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09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43301-67F1-49AA-BAF1-D1F6C987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4320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플랫폼 신고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88DB9-E6E3-4A08-B1E2-8DEE7C2D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8CD1B-EC68-42CA-86E3-4602727E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10:05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C7195-456A-42BA-AABF-DDD89318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623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1EBF2-E6CE-413A-B5C6-E5D65912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956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검색 캐시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446E0D-933D-4746-8130-12F04B60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62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9AAAE-E3D4-455E-AF13-EAFD46B7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956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잔존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AB649E-19AD-4633-A970-6515BA6E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62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1CA87-6292-41F1-92DD-971872B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9565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검색 제외 요청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62A9F3-2993-4227-9807-97C76AEA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AA3DD6-2BD6-42CB-B316-6AB1762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11:10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D0E572-17BE-43B4-8397-F17B421E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14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246B62-FED1-4B76-951A-6856C4DF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481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재업로드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73652C-7F4C-474E-A356-F4719C25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14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83AEC7-3074-4072-8254-382E7159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481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재등장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1FC3FC-1ACB-4750-ACB0-F67769B0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14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ABD555-EFE8-43EB-98D1-25EE00A4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4810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D4U·ECRM 인계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E24CE1-FBDA-4277-98D8-5569A6B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9B2F37-F79C-4FC2-B4B7-FECFDF2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12:40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C28E70-48D9-42C9-9EE3-08D38B3A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67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574F0D-D863-447E-89E0-55DCF2E5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005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비밀방 언급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90743C-D85D-4956-A71F-76057100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23D71E-F922-4403-8EAC-3F124A3B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005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고위험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F8D2D1-CBA9-4398-A539-0DF306E9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672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512E88-89B0-4369-B39F-9663229B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0055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직접 접근 금지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0B43EF-BFC1-4BE0-A6B0-D28DE27D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Evidence ledger stores metadata and user-held proof status; it does not store abuse material.</a:t>
            </a:r>
          </a:p>
        </p:txBody>
      </p:sp>
    </p:spTree>
    <p:extLst>
      <p:ext uri="{BB962C8B-B14F-4D97-AF65-F5344CB8AC3E}">
        <p14:creationId xmlns:p14="http://schemas.microsoft.com/office/powerpoint/2010/main" val="7622178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5178AF-F6F9-418B-8DB2-4F6C5FC3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E5203-1ACD-4754-92BF-882F4A36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35BE9-4359-4499-ACFC-15A15560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rPr>
              <a:t>DEMO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F7756-E619-4597-858E-EE67A8E4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0E19F-15CB-4DCB-AB9A-E5CEB5B8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추격 다이어그램은 누가·언제·어디서 퍼졌는지 ‘확정’과 ‘추정’을 나눕니다.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C7BC3-7C44-4C4E-98FC-940E75C7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D21FD-7A8C-45AA-AE74-4EE0952F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최초 발견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6854F-9697-4626-8A45-99EC10F3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051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CD8C7-B4C7-459A-B09A-30F67526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28875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F442B-CE51-463D-AB59-ACEDEBCE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0325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공개 게시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B15A7-4B39-472F-9643-64D95FF8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DC8D3-350C-44D4-9766-4982A5E7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1D2B7-12C5-4B65-B6D4-3AED49E1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검색 잔존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5D110-69DD-47FB-986A-DC330990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194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6440F-8FF4-48C6-8A3E-8E1BFEBE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13237-9A2C-44F8-89F6-CF1B3EB5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재업로드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09BDC-82C6-4B72-A035-236CBECA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719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51FD1-75F3-4A13-B209-DBA7F90B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0E6AD-32CA-4608-8643-D3672B63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99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비밀방 언급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3459F-06F5-42E4-9285-EB75BAD9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147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8A37B-53BD-4485-A9A7-85E531C2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37B06-035B-4C53-8B33-CB285DF7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4340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공식 인계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558C2-385B-4ADD-A4B2-5CCF755D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86375"/>
            <a:ext cx="4305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D59108-99B0-4242-8A05-D9DD58E6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530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핸들·IP·별명은 관찰값으로만 표시하고, 실제 신원 단정은 수사 절차로 넘깁니다.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F6131-C2CE-47A8-B9BA-11B9E007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JiumAI demo deck | safe route intelligence, not a criminal-site directory</a:t>
            </a:r>
          </a:p>
        </p:txBody>
      </p:sp>
    </p:spTree>
    <p:extLst>
      <p:ext uri="{BB962C8B-B14F-4D97-AF65-F5344CB8AC3E}">
        <p14:creationId xmlns:p14="http://schemas.microsoft.com/office/powerpoint/2010/main" val="16075818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8C0F3F-5BC2-4481-9075-6C881913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0027A-AB7F-4805-AA96-A67826B2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916FE-F372-4D49-99A8-52A001C7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ROUTE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9ACC2-03AB-44C2-9DDB-73F770D2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A8B2B-36B9-4A32-9000-58C576F3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공개 경로 정보는 필요하지만, ‘범죄 사이트 목록’이 아니라 제한 지표로 관리합니다.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73650-ADF5-4FB6-827E-06B4BE03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AEE32-310D-4C46-A6A0-D65A08EF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공개 안내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9B167-222F-4EFD-954D-28AEA38B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812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경로 유형·증거 체크리스트·신고 루트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801CB-2395-41FE-997A-5661D2C0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9E959-88AE-4B85-8FC9-59CF80F2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사건 지표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EA2FD-50BB-4E54-91D4-9E15466F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575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피해자가 제공한 URL·핸들·방 언급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CF660-CA7B-419C-A3F3-D495B8E6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48B67-C0F2-470E-8157-8AB9133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기관 인텔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06E89-C47C-4C42-8457-4886A36C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338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공식 공지·파트너 피드·반복 경로 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6DFD2-BB1D-42AB-8BF4-C86011ED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980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E0674-3B19-4C4A-A73C-431BF884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A4C03-5AC1-42F5-BF8A-1BAC45D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A02A5-3920-476F-B161-7594F108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526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커뮤니티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C976B-0393-4044-B774-36F8D6B0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C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D6A99-2EE3-4C76-AAB0-44795610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526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비밀방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7771C-5AC5-4397-9168-7252D583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C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7FB67-2E57-4B47-A3A0-0C94FEC7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526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파일공유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AB7BB-67E2-42BC-98A2-E938B002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C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FA96A-D5CD-4827-9852-6F69D7D5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99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검색 캐시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AC977-048F-47FB-B8C0-ACD1A6A2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705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C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581EA-A23F-46FC-B3C2-2EDB42E2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99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웹하드/P2P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DAB1C1-14D1-443D-9733-81FE889F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6705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C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973BF4-1D96-416D-BA16-42D4206C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99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해외호스팅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657F8C-5502-4128-ACFC-4BFB0DB2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6705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C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ACD93-D887-458C-8CB0-2EC1429D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99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다크웹 주장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51A81-B146-4839-983D-6415C5AF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91000"/>
            <a:ext cx="632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69CD4F-F677-4FFD-B5BD-BC2D298D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실제 초대링크·범죄 도메인·방 이름은 공개 UI에 노출하지 않습니다.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29B3B9-43DC-45B6-968B-1F7C42C8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Implemented in lib/digitalCrimeRouteKnowledge.ts: route classes, sources, access levels, prohibited actions.</a:t>
            </a:r>
          </a:p>
        </p:txBody>
      </p:sp>
    </p:spTree>
    <p:extLst>
      <p:ext uri="{BB962C8B-B14F-4D97-AF65-F5344CB8AC3E}">
        <p14:creationId xmlns:p14="http://schemas.microsoft.com/office/powerpoint/2010/main" val="17457807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8E983C-1382-4AC4-8FB9-7421819E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F4EF7-9DAD-47C3-A3F8-1AA476E8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59DD1-F1CE-4CDF-A8D6-D8F43B99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rPr>
              <a:t>DEMO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44494-2BF4-45A5-B9CB-4F031B4A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74B7F-880C-4F2E-B2C0-3076535E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제출 패킷은 경로별로 기관과 요청사항을 분리합니다.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98A57-8E1E-4B73-A7C7-9EEEEBD7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BDA2B-F81C-4ADB-8712-8191850B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D4U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1F32B-5EC9-4BFF-BD3D-702AE229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52650"/>
            <a:ext cx="765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A0A9C-EAB7-4C96-8210-B49C03CA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상담, 삭제지원, 유포 모니터링, 수사·법률 연계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0152D-B512-465F-BBAC-D05B6666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E14C8-1E56-4A1A-83D0-A9AE0165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ECRM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7BC3A-3D2C-4D23-9C53-E64331DF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90850"/>
            <a:ext cx="765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E9FBF-BFFD-49BB-AC65-9EC87B95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242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협박, 반복 유포, 계정침해, 가해행위 수사 접수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AEB17-5BD3-4F97-8B0F-23D01527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47EAE-0D4E-4A60-88CD-6C389166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KOCSC/KCSC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C5099-098B-4CB7-A432-64EE538D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29050"/>
            <a:ext cx="765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D9C5C-DEC7-4054-B16F-B31E6FBB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624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불법촬영물·권리침해 정보 삭제·접속차단 심의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9EE31-4E35-4259-9866-1AF5F6E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A1D04-1665-45E1-8304-44936A37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플랫폼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D3F1B-6267-4BEC-B336-60BF1C6F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67250"/>
            <a:ext cx="765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2E802-9D22-463D-8C59-32F9044F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006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게시물 삭제, 계정 제재, 검색 제외, 재업로드 신고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D0F0C-E3B6-45C1-8496-64D09B8D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Official routes are handoff destinations, not replacements for counseling, police, or legal judgment.</a:t>
            </a:r>
          </a:p>
        </p:txBody>
      </p:sp>
    </p:spTree>
    <p:extLst>
      <p:ext uri="{BB962C8B-B14F-4D97-AF65-F5344CB8AC3E}">
        <p14:creationId xmlns:p14="http://schemas.microsoft.com/office/powerpoint/2010/main" val="18876000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8433D-9AA8-4C4A-BC07-499AED70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96A07-E58E-4350-9154-6DCEB5B5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7115F-420C-46C0-8FA5-12157BAD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LEARNING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4EB61-304A-4CE2-9225-E18AEAD2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EE4F5-F66F-4449-8835-6B3BBCA7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학습엔진은 범죄 접근법을 배우는 것이 아니라, 안전한 패턴 매칭을 개선합니다.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AD09D-0F45-46E4-B54C-F094123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DF842-1557-45AA-8E6B-F4D2581B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B3E80-1E55-4E81-94B0-63DF1A37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피해자가 이미 본 화면·URL·메시지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D544C-E705-43D2-8A9B-98E70798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56BD4-533D-4D88-9331-07FAACB9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D7C1E-D3A4-4625-80AB-676E82CE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384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정규화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10859-E60B-46C3-B825-E6BF27CA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575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시간, 플랫폼, 상태, 경로 유형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DA341-CA7C-41F1-9C87-68499269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1945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D78AE-E0D9-48E3-9406-9D81513C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FDAA2-6464-4993-80E6-36B81930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지식베이스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9F502-18FB-40A3-A77B-FB620C4D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출처·권한·최근확인일이 붙은 제한 지표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E0E37-5DD2-490E-BB55-7F63AC1B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193BC-1816-4A09-AA91-DF833DAC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543FF-BF29-4ACD-AA6C-5D8884F7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0445C-6D68-4476-A449-DD61938E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위험도, 질문, 기관 인계 우선순위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20EB4-B45B-4A79-AB43-3FD14AC0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006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BA2403-CEBC-4497-88AB-947A229E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720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다운로드, 잠입, 구매, 실명 단정은 엔진 기능이 아니라 금지 조건입니다.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2CC17-AEF7-46D2-8007-E57FF1F7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JiumAI demo deck | safe route intelligence, not a criminal-site directory</a:t>
            </a:r>
          </a:p>
        </p:txBody>
      </p:sp>
    </p:spTree>
    <p:extLst>
      <p:ext uri="{BB962C8B-B14F-4D97-AF65-F5344CB8AC3E}">
        <p14:creationId xmlns:p14="http://schemas.microsoft.com/office/powerpoint/2010/main" val="6253927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E069C-F5E3-4EF9-9661-9D5F0F1F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1F0E7-F9AE-40DF-B19C-E9972B08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36516-D1B3-4BD2-A1E7-F61EC7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rPr>
              <a:t>SAFETY BY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0977B-E6D7-45EC-B413-F47EBF3B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8B275-2E40-4C9F-B2E5-2082BA14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안전경계는 부가 기능이 아니라 제품의 신뢰성입니다.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06E55-38A3-43FF-A9DB-30442DAA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금지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BEAAA-8076-43BE-8DD2-C145059A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95D3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727CD-8840-4DB4-B516-ABC4C9CE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피해물 원본 저장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6431C-EE7E-475C-B795-AA28B975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95D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25B34-2C29-452A-9005-52B5CD95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비밀방 잠입·구매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9F2C9-6784-40FE-87B8-2F3FF32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95D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772CC-F62F-4AB8-B7CA-EE5C1EE3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2427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다크웹 직접 접속 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4F794-6F08-4494-91B5-C158C339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95D3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1FCD9-5046-4654-9B76-564BCB8F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86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IP·핸들만으로 신원 단정 금지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9456B-D319-4082-BC3F-AC881830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95D3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6FC2B-992E-4CC0-B5B4-0DC353C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5297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공개 범죄지 카탈로그 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7A864-1346-454F-A30D-E4627403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허용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ED620-B7CB-475F-B9AB-C0FEF336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6946A-FB19-493B-AA35-1D80968D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관찰 사실 기록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15F7B-0266-40FD-87A4-0DFB51C7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4751E-1D8B-457F-A414-769E59ED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992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경로 유형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1FCDB-2FEA-408C-84F5-EC943B10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85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D30B1-E80F-4F0C-BB08-9967D373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242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증거 장부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5EB86-5A18-4CE9-8E76-DF731BAB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5290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97395-B1F4-47B5-8C17-9A747367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공식기관 제출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C10052-9D24-4E26-8A3D-B2742F03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93D1D0-F448-44BB-B986-5DFC3970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529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삭제·모니터링 추적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7732A2-73A5-4431-836D-18B3A865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JiumAI demo deck | safe route intelligence, not a criminal-site directory</a:t>
            </a:r>
          </a:p>
        </p:txBody>
      </p:sp>
    </p:spTree>
    <p:extLst>
      <p:ext uri="{BB962C8B-B14F-4D97-AF65-F5344CB8AC3E}">
        <p14:creationId xmlns:p14="http://schemas.microsoft.com/office/powerpoint/2010/main" val="26522846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36809F-5332-4326-9E48-2E744DBD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FDF03-723C-4914-8FCD-F340C1C3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5DF5E-6012-46D7-A43C-44433AA8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PUBLIC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3018-9D59-4717-B091-9DD6D947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86BB2-0634-4B09-867C-04CDE1E1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14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지움AI의 가치는 ‘더 많이 찾는 것’보다 ‘더 안전하게 움직이는 것’입니다.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110E1-B6DD-4197-BBCA-B4FC0D64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D735F-2008-47A1-9930-0035AFE6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피해자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EE743-879E-4053-8FA6-7C7130D5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2171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설명 부담 감소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증거 누락 감소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후속 상태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6B998-1759-47D1-90CB-DAC4E2F5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9AC50-E26C-42A4-860A-83B8179E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담당자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B7B3D-6A9A-4AB9-883B-09495351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14700"/>
            <a:ext cx="2171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타임라인 즉시 파악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우선순위 분류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기관별 제출자료 표준화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40766-5594-4EE3-9552-6CE0F9DF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6EA1C-252F-4E40-96E8-283E32BA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479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공공기관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C5171-62DC-49FD-80DB-212BAC7F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2171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반복 경로 학습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삭제지원 효율화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2차 피해 위험 감소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9ACC1-0EF9-4791-90CF-12605055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Public value: clearer support workflow, less repeated explanation, safer escalation.</a:t>
            </a:r>
          </a:p>
        </p:txBody>
      </p:sp>
    </p:spTree>
    <p:extLst>
      <p:ext uri="{BB962C8B-B14F-4D97-AF65-F5344CB8AC3E}">
        <p14:creationId xmlns:p14="http://schemas.microsoft.com/office/powerpoint/2010/main" val="17463581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F229C8-21DC-4886-9A0F-75416B23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C2DE6-DC28-4478-A2DE-C5FFF646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B39DB-8F48-4481-BD3E-DC9756C1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7E8B"/>
                </a:solidFill>
                <a:latin typeface="Malgun Gothic"/>
                <a:ea typeface="Malgun Gothic"/>
                <a:cs typeface="Malgun Gothic"/>
              </a:rPr>
              <a:t>4-HOUR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88DDB-8B94-495E-B701-F3F932C3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58EB8-7011-45E8-8444-9950A3F7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914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4시간 안에는 ‘완전한 수사도구’가 아니라 설득력 있는 수직 데모가 가능합니다.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32A6D-53B8-47B9-8CF9-2B45518D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52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94047-BCC5-4A27-B7B1-FBE960D4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0-45분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B5F2E-4474-47E3-A675-7CC41088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샘플 사건 데이터와 입력 화면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A54F3-0E14-421D-AE19-4879499D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152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D502A-0B6E-4EFD-95E6-EF30FB9B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45-120분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E35EB-23F1-499A-BA4E-A7C5B5F9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증거 장부·경로 지식베이스·추격 엔진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7F18D-5287-4880-B64D-EEEC989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2152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40293-5EF0-4A1A-805D-FEBC1417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120-180분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9A5AA-388A-484E-BA9F-B7FFCEE2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813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다이어그램과 제출 패킷 화면 완성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CECB3-DD3D-46F7-A9DC-C61AE7B7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76500"/>
            <a:ext cx="2152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03CC0-EBE0-4BC1-B28C-296C514A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180-240분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CD5A2-BF64-437F-A09D-7F1FC458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813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시연 시나리오, PPTX, 빌드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FD032-5A31-418C-87FE-1A7CC641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577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1C7B2-7E0B-4A29-AC1B-13E3EC08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7205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라이브 크롤링·다크웹·실명추적은 제외해야 완주 가능성이 높습니다.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2D44D-EC3A-4170-AEAE-D089D96B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JiumAI demo deck | safe route intelligence, not a criminal-site directory</a:t>
            </a:r>
          </a:p>
        </p:txBody>
      </p:sp>
    </p:spTree>
    <p:extLst>
      <p:ext uri="{BB962C8B-B14F-4D97-AF65-F5344CB8AC3E}">
        <p14:creationId xmlns:p14="http://schemas.microsoft.com/office/powerpoint/2010/main" val="12910820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9849A1-5969-48C7-BBB5-3F836618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21E7B-C838-49FA-A788-F845B396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D3B99-EDB4-496B-9B60-F1FF72D0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A54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2A541"/>
                </a:solidFill>
                <a:latin typeface="Malgun Gothic"/>
                <a:ea typeface="Malgun Gothic"/>
                <a:cs typeface="Malgun Gothic"/>
              </a:rPr>
              <a:t>CLOSING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80C63-7127-4126-B9BE-EB90F34F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9334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지움AI는 피해자를 ‘수사관’으로 만들지 않고, 사건을 움직일 수 있는 기록으로 바꿉니다.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FC618-957B-47A1-B27E-0FB6EE6C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5E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DE5E7"/>
                </a:solidFill>
                <a:latin typeface="Malgun Gothic"/>
                <a:ea typeface="Malgun Gothic"/>
                <a:cs typeface="Malgun Gothic"/>
              </a:rPr>
              <a:t>해커톤 데모의 승부처는 안전한 추적, 공식 인계, 반복 경로 학습을 한 흐름으로 보여주는 것입니다.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AA1BC-3B16-4ADE-849C-B537BCC0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838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46A44-8AA7-4DA2-BBB9-7BD69142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790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시연 포인트: 피해자 입력 → 경로 다이어그램 → 제출 패킷 → 구제 진행상태</a:t>
            </a:r>
          </a:p>
        </p:txBody>
      </p:sp>
    </p:spTree>
    <p:extLst>
      <p:ext uri="{BB962C8B-B14F-4D97-AF65-F5344CB8AC3E}">
        <p14:creationId xmlns:p14="http://schemas.microsoft.com/office/powerpoint/2010/main" val="475717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2026-05-31T01:22:23.3780000Z</dcterms:created>
  <dcterms:modified xsi:type="dcterms:W3CDTF">2026-05-31T01:22:23.3780000Z</dcterms:modified>
</coreProperties>
</file>